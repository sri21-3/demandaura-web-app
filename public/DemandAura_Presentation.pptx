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INTELLIGENCE &amp; MARKET FORESIGHT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the Future of Global Consumer Demand.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Uncover genuine market interest, filter out passing media hype, and forecast 4-week demand trends across 14 countries in Fashion &amp; Beauty, Fitness &amp; Wearables, and Nutrition &amp; Diets.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76809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77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&amp; Developed by DemandAura Team   |   github.com   |   linkedin.com/in/21demandaura   |   sridemandaura120@gmail.com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Global Brand &amp; Merchandising Teams Misallocate Capital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2704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Media Hype vs. True Buyer Intent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8013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press coverage and editorial buzz often create the illusion of a booming market while actual consumer search demand remains flat—leading to wasted awareness spend and overstocking.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78638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5117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Missed Grassroots Demand Breakouts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82549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consumer search interest frequently surges weeks before competitors or news outlets notice, causing supply chain stockouts when brands react too late.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78638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75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Static Geographic Market Tiers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84962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annual market segmentation ignores fast-moving 4-week momentum shifts, treating accelerating emerging markets the same as stagnating ones.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PLATFORM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Global Consumer Markets Tracked Every Week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828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Countries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America, Europe, APAC, LATAM, MEA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1828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5361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Categories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8892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&amp; Beauty, Fitness, Nutrition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828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361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Keywords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structured search topic themes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75120" y="1417320"/>
            <a:ext cx="1828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5361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12280" y="1965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Foresight Models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Divergence, 4W Forecast, 3Y &amp; 4W Segments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Tracked Countries: Australia, Brazil, Canada, China, France, India, Kenya, Mexico, Nigeria, Singapore, South Africa, United Arab Emirates, United Kingdom, United States.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91840"/>
          <a:ext cx="7863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Consumer 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21 Curated Search &amp; Media Keywords (5 Topic Batches per Category)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Fashion &amp; Beauty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fashion, clothing, apparel, style, designer, luxury fashion, fast fashion, streetwear, athleisure, skincare, makeup, cosmetics, moisturizer, anti aging, haircare, shampoo, fragrance, perfume, beauty treatment, sneakers, jewelry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Fitness &amp; Wearables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fitness, exercise, workout, training, gym, yoga, pilates, aerobics, hiit, crossfit, cardio, running, cycling, wearable, smartwatch, fitness tracker, garmin, fitbit, apple watch, heart rate monitor, step counter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Nutrition &amp; Diets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diet, nutrition, vegan, vegetarian, plant based, keto, paleo, low carb, intermittent fasting, detox, superfood, organic, weight loss, supplement, protein powder, whey, creatine, vitamin, minerals, probiotics, functional food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DATA PIPELINE &amp; FEATURE ENGINEERING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Real-World Data Pillars &amp; Automated Weekly ETL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4475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1: Shopper Search Intent (Google Trends)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67335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0–100 search popularity across 15 keyword batches. Engineered features: 1W/2W/4W lags, 4-week rolling mean &amp; std, search velocity (1st derivative), and search acceleration (2nd derivative).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786384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2199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2: Global News &amp; Editorial Tone (GDELT)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45059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article mentions, log-transformed media volume, 4-week rolling media mean, net sentiment score, emotional polarity, launch activity density, and publisher source diversity.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9923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3: Macroeconomic Context (World Bank)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22783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Country-level GDP per capita (USD purchasing power), annual consumer price inflation rate (%), and national internet penetration (% online population).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86384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7647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4: Seasonal &amp; Retail Calendar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00507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public holiday counts per week paired with cyclical trigonometric week encodings (sin_week, cos_week) to model smooth annual retail seasonality.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PREDICTIVE MODEL 1 (XGBOOST)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vs. Hype Divergence Score (-1.00 to +1.00)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Pipeline &amp; Model Details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POST /predict/divergence   (Input: country_name, category)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Algorithm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XGBoost Regressor (n_estimators=500, learning_rate=0.05, max_depth=5, subsample=0.8)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Feature Vector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29 Ordered Features: 11 StandardScaler numerical + 1 unscaled (log_media_volume) + 17 OneHotEncoded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Target Scale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-1.00 (Media Hype &amp; Saturation)  to  0.00 (Balanced)  to  +1.00 (Underserved Shopper Demand)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Validation Metrics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Train R² = 0.98 (RMSE = 0.04)   |   Test R² = 0.84 (RMSE = 0.11)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Commercial Decision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Positive (+0.01 to +1.00): Scale search capture &amp; stock. Negative (-1.00 to -0.01): Avoid broad awareness spend.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PREDICTIVE MODEL 2 (LIGHTGBM)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Consumer Search Interest Forecaster (0–100 Index)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Pipeline &amp; Model Details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POST /forecast/search-interest   (Input: country_name, category)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Algorithm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Recursive Multi-Step LightGBM Regressor (n_estimators=1000, learning_rate=0.02, num_leaves=31)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Feature Vector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16 Ordered Features: Native categoricals, lags (t-1, t-2, t-4), 4W rolling stats, macro, sin/cos week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Forecast Horizon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4 Upcoming Weeks (Week +1, Week +2, Week +3, Week +4) on 0–100 Search Popularity Scale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Validation Metrics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Train R² = 0.97 (RMSE = 3.15)   |   Test R² = 0.88 (RMSE = 6.74)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Commercial Decision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Pre-position regional warehouse stock 3–4 weeks ahead of projected demand peaks &amp; time campaign drops.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UNSUPERVISED MODELS 3 &amp;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Dual-Horizon Market Segmentation (Updated Weekly)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42 Country × Category markets are grouped across two complementary time horizons using 6 core market fingerprint indicators (Search Interest, Media Volume, Demand-to-Media Ratio, Trend Slope, Net Sentiment, Purchasing Power):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Long-Term Market Segmentation (3+ Years)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Recent 4-Week Momentum Segmentation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API Endpoints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GET /clusters/market-segmentation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GET /reports/market-segmentation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GET /clusters/4-weeks-segmentation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GET /reports/4-weeks-segmentation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Time Window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Multi-year historical baseline (Updated weekly)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Rolling latest 4-week window (Updated weekly)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Active Segments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(Current Run)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Premium Organic Growth Engines (23)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High-Income Latent Demand (10)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Emerging Volatile Markets (8)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Hyper-Hyped Premium Outlier (1)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Untapped High-Demand Niches (17)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High-Sentiment Seed Markets (8)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Explosive Grassroots Opportunities (4)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Fast-Growing High-Competition Waves (4)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Saturated High-Interest Arenas (4)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Declining High-Risk Sectors (4)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• Hyper-Hype PR Crisis Outlier (1)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Strategic Role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International expansion, pricing tiering &amp; long-term capital allocation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Early breakout detection, monthly ad budget reallocation &amp; PR risk radar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DYNAMIC WEEKLY REPORTING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Self-Updating Executive Briefings from Live Model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2704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Weekly Pipeline Execution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8013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week, as new search and media data arrives, the backend re-runs segmentation and generates fresh Markdown reports (/reports/market-segmentation &amp; /reports/4-weeks-segmentation).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78638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5117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Dynamic Frontend Report Parser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82549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 parses Section 1 (Summary Table) and Section 2 (Detailed Segment Breakdown) on the fly—adapting automatically to any number of discovered segments or updated segment names.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78638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753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Actionable Commercial Intelligence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84962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market segment automatically surfaces its Metric Trends, Business Interpretation, Recommended Business Use Case, and Core Business Question Answered across the Dashboard, Divergence, and Segmentation views.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Production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4475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&amp; Visualization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67335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TypeScript, Tailwind CSS, Recharts. Top Navigation (Home, About, Contact, Dashboard) + Workspace Sidebar (Divergence, Forecast, Segmentation, History).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786384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2199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Express API Proxy Gateway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245059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/ Express gateway (/api/ml/*) routing requests to https://demandaura.onrender.com with cold-start detection, strict payload construction, and runtime JSON schema validation.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86384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9923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FastAPI ML Inference Service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22783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backend serving XGBoost, LightGBM, and K-Means pipelines along with live weekly segmentation tables and Markdown executive reports.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7863840" cy="6766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7647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Identity &amp; Persistence Layer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00507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Authentication (Google + Email/Password) &amp; Cloud Firestore storing UID-scoped prediction logs, analyst planning notes, and default market preferences.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COMMERCIAL WORKFLOW &amp;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Teams Combine All Four Tools to Make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DemandAura · DemandAura Team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4688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27632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 · SEGMENT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901952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3+ Year Structure vs. 4-Week Momentum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markets in Premium Organic Growth Engines or Explosive Grassroots Opportunities.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4688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627632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 · VERIFY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02152" y="1901952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Demand vs. Hype Score (-1.00 to +1.00)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02152" y="246888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positive divergence (+0.01 to +1.00) so you invest in genuine shopper demand, not media buzz.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4688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627632"/>
            <a:ext cx="2139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 · FORECAST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99632" y="1901952"/>
            <a:ext cx="2139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4-Week Search Interest Forecast (0–100)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2468880"/>
            <a:ext cx="2139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warehouse inventory replenishment and marketing launches ahead of the projected peak week.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8221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DemandAura Global Market Foresight Platform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Developer: DemandAura Team  |  github.com  |  linkedin.com/in/21demandaura  |  sridemandaura120@gmail.com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DemandAura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DemandAura Project Presentation</dc:title>
  <dc:subject>DemandAura — Global Consumer Demand &amp; Market Foresight Platform</dc:subject>
  <dc:creator>DemandAura Team</dc:creator>
  <cp:lastModifiedBy>DemandAura Team</cp:lastModifiedBy>
  <cp:revision>1</cp:revision>
  <dcterms:created xsi:type="dcterms:W3CDTF">2026-10-01T11:19:17Z</dcterms:created>
  <dcterms:modified xsi:type="dcterms:W3CDTF">2026-10-01T11:19:17Z</dcterms:modified>
</cp:coreProperties>
</file>